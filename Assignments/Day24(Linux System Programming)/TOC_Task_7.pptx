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Memory Management: Segmentation and Paging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Concepts, Address Translation, and Visual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Memory Management?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 use of main memory</a:t>
            </a:r>
          </a:p>
          <a:p>
            <a:r>
              <a:t>Process isolation and protection</a:t>
            </a:r>
          </a:p>
          <a:p>
            <a:r>
              <a:t>Support for multitasking</a:t>
            </a:r>
          </a:p>
          <a:p>
            <a:r>
              <a:t>Simplified program execution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Segmentation?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820833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/>
              <a:t>Segmentation is a memory management technique that divides a program into logical segments.</a:t>
            </a:r>
          </a:p>
          <a:p>
            <a:r>
              <a:rPr sz="1600" dirty="0"/>
              <a:t>Each segment represents a logical unit such as:</a:t>
            </a:r>
          </a:p>
          <a:p>
            <a:r>
              <a:rPr sz="1600" dirty="0"/>
              <a:t>- Code</a:t>
            </a:r>
          </a:p>
          <a:p>
            <a:r>
              <a:rPr sz="1600" dirty="0"/>
              <a:t>- Data</a:t>
            </a:r>
          </a:p>
          <a:p>
            <a:r>
              <a:rPr sz="1600" dirty="0"/>
              <a:t>- Stack</a:t>
            </a:r>
          </a:p>
          <a:p>
            <a:r>
              <a:rPr sz="1600" dirty="0"/>
              <a:t>Each segment can have different sizes and permissions.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Key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Logical division of memory</a:t>
            </a:r>
          </a:p>
          <a:p>
            <a:r>
              <a:t>Variable-sized segments</a:t>
            </a:r>
          </a:p>
          <a:p>
            <a:r>
              <a:t>Each segment has base and limit</a:t>
            </a:r>
          </a:p>
          <a:p>
            <a:r>
              <a:t>Supports protection and sharing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Address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Logical Address = &lt;Segment Number, Offset&gt;</a:t>
            </a:r>
          </a:p>
          <a:p>
            <a:endParaRPr/>
          </a:p>
          <a:p>
            <a:r>
              <a:t>Address Translation Steps:</a:t>
            </a:r>
          </a:p>
          <a:p>
            <a:r>
              <a:t>1. Segment number indexes the segment table</a:t>
            </a:r>
          </a:p>
          <a:p>
            <a:r>
              <a:t>2. Base address is obtained from segment table</a:t>
            </a:r>
          </a:p>
          <a:p>
            <a:r>
              <a:t>3. Offset is added to base address</a:t>
            </a:r>
          </a:p>
          <a:p>
            <a:r>
              <a:t>4. Physical address is generated</a:t>
            </a:r>
          </a:p>
          <a:p>
            <a:endParaRPr/>
          </a:p>
          <a:p>
            <a:r>
              <a:t>If offset &gt; segment limit → segmentation fault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Segment Table:</a:t>
            </a:r>
          </a:p>
          <a:p>
            <a:r>
              <a:t>Segment 0 (Code): Base = 1000, Limit = 400</a:t>
            </a:r>
          </a:p>
          <a:p>
            <a:r>
              <a:t>Segment 1 (Data): Base = 2000, Limit = 300</a:t>
            </a:r>
          </a:p>
          <a:p>
            <a:endParaRPr/>
          </a:p>
          <a:p>
            <a:r>
              <a:t>Logical Address: &lt;1, 120&gt;</a:t>
            </a:r>
          </a:p>
          <a:p>
            <a:r>
              <a:t>Physical Address = 2000 + 120 = 2120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Logical Address</a:t>
            </a:r>
          </a:p>
          <a:p>
            <a:r>
              <a:t>&lt;Segment, Offset&gt;</a:t>
            </a:r>
          </a:p>
          <a:p>
            <a:r>
              <a:t>→ Segment Table</a:t>
            </a:r>
          </a:p>
          <a:p>
            <a:r>
              <a:t>→ Physical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Paging?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Paging is a memory management technique that divides memory into fixed-size blocks.</a:t>
            </a:r>
          </a:p>
          <a:p>
            <a:r>
              <a:t>- Logical memory is divided into pages</a:t>
            </a:r>
          </a:p>
          <a:p>
            <a:r>
              <a:t>- Physical memory is divided into frames</a:t>
            </a:r>
          </a:p>
          <a:p>
            <a:r>
              <a:t>Pages are mapped to frames using a page 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Paging Key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Fixed-size pages and frames</a:t>
            </a:r>
          </a:p>
          <a:p>
            <a:r>
              <a:t>Eliminates external fragmentation</a:t>
            </a:r>
          </a:p>
          <a:p>
            <a:r>
              <a:t>Uses page table for mapping</a:t>
            </a:r>
          </a:p>
          <a:p>
            <a:r>
              <a:t>Supports virtual memory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Paging Address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Logical Address = &lt;Page Number, Offset&gt;</a:t>
            </a:r>
          </a:p>
          <a:p>
            <a:endParaRPr/>
          </a:p>
          <a:p>
            <a:r>
              <a:t>Address Translation Steps:</a:t>
            </a:r>
          </a:p>
          <a:p>
            <a:r>
              <a:t>1. Page number indexes page table</a:t>
            </a:r>
          </a:p>
          <a:p>
            <a:r>
              <a:t>2. Frame number is retrieved</a:t>
            </a:r>
          </a:p>
          <a:p>
            <a:r>
              <a:t>3. Frame number + offset → Physical address</a:t>
            </a:r>
          </a:p>
          <a:p>
            <a:endParaRPr/>
          </a:p>
          <a:p>
            <a:r>
              <a:t>If page not present → page fault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Size = 1 KB</a:t>
            </a:r>
          </a:p>
          <a:p>
            <a:endParaRPr/>
          </a:p>
          <a:p>
            <a:r>
              <a:t>Logical Address = 2500</a:t>
            </a:r>
          </a:p>
          <a:p>
            <a:r>
              <a:t>Page Number = 2500 / 1024 = 2</a:t>
            </a:r>
          </a:p>
          <a:p>
            <a:r>
              <a:t>Offset = 2500 % 1024 = 452</a:t>
            </a:r>
          </a:p>
          <a:p>
            <a:endParaRPr/>
          </a:p>
          <a:p>
            <a:r>
              <a:t>If Page Table[2] = Frame 5</a:t>
            </a:r>
          </a:p>
          <a:p>
            <a:r>
              <a:t>Physical Address = 5 * 1024 + 452 = 5572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Paging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Logical Address</a:t>
            </a:r>
          </a:p>
          <a:p>
            <a:r>
              <a:t>&lt;Page, Offset&gt;</a:t>
            </a:r>
          </a:p>
          <a:p>
            <a:r>
              <a:t>→ Page Table</a:t>
            </a:r>
          </a:p>
          <a:p>
            <a:r>
              <a:t>→ Physical Memory Frame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vs 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Segmentation is logical, Paging is physical</a:t>
            </a:r>
          </a:p>
          <a:p>
            <a:r>
              <a:t>Segmentation uses variable size, Paging uses fixed size</a:t>
            </a:r>
          </a:p>
          <a:p>
            <a:r>
              <a:t>Paging avoids external fragmentation</a:t>
            </a:r>
          </a:p>
          <a:p>
            <a:r>
              <a:t>Segmentation supports logical protection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6645" y="1645920"/>
            <a:ext cx="906562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/>
              <a:t>Segmentation and paging are fundamental memory management techniques.</a:t>
            </a:r>
          </a:p>
          <a:p>
            <a:r>
              <a:rPr sz="1600" dirty="0"/>
              <a:t>Segmentation focuses on logical program structure, while paging focuses on efficient physical memory use.</a:t>
            </a:r>
          </a:p>
          <a:p>
            <a:r>
              <a:rPr sz="1600" dirty="0"/>
              <a:t>Modern systems often combine both techniques for optimal performance and protection.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437</Words>
  <Application>Microsoft Office PowerPoint</Application>
  <PresentationFormat>On-screen Show (4:3)</PresentationFormat>
  <Paragraphs>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Memory Management: Segmentation and Paging</vt:lpstr>
      <vt:lpstr>Why Memory Management?</vt:lpstr>
      <vt:lpstr>What is Segmentation?</vt:lpstr>
      <vt:lpstr>Segmentation Key Characteristics</vt:lpstr>
      <vt:lpstr>Segmentation Address Translation</vt:lpstr>
      <vt:lpstr>Segmentation Example</vt:lpstr>
      <vt:lpstr>Segmentation Diagram</vt:lpstr>
      <vt:lpstr>What is Paging?</vt:lpstr>
      <vt:lpstr>Paging Key Characteristics</vt:lpstr>
      <vt:lpstr>Paging Address Translation</vt:lpstr>
      <vt:lpstr>Paging Example</vt:lpstr>
      <vt:lpstr>Paging Diagram</vt:lpstr>
      <vt:lpstr>Segmentation vs Paging</vt:lpstr>
      <vt:lpstr>Summary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Management: Segmentation and Paging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2026-01-18T11:36:55Z</dcterms:modified>
  <cp:category/>
</cp:coreProperties>
</file>