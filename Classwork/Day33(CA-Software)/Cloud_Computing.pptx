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716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716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0"/>
            <a:ext cx="13716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COMPUTING</a:t>
            </a:r>
            <a:endParaRPr lang="en-US" sz="6000" dirty="0"/>
          </a:p>
        </p:txBody>
      </p:sp>
      <p:sp>
        <p:nvSpPr>
          <p:cNvPr id="5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&amp; Kubernetes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B0E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Container Orchestration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716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0"/>
            <a:ext cx="13716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CLOUD COMPUTING</a:t>
            </a:r>
            <a:endParaRPr lang="en-US" sz="38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371600"/>
            <a:ext cx="3657600" cy="27432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754880" y="1371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computing delivers on-demand computing resources and services over the internet with pay-as-you-go pricing.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4754880" y="24688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Benefits: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anywhere, anytime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upfront hardware investment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scaling and updates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security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716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0"/>
            <a:ext cx="13716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CLOUD SERVICES</a:t>
            </a:r>
            <a:endParaRPr lang="en-US" sz="4000" dirty="0"/>
          </a:p>
        </p:txBody>
      </p:sp>
      <p:sp>
        <p:nvSpPr>
          <p:cNvPr id="5" name="Shape 1"/>
          <p:cNvSpPr/>
          <p:nvPr/>
        </p:nvSpPr>
        <p:spPr>
          <a:xfrm>
            <a:off x="798529" y="1371600"/>
            <a:ext cx="2560320" cy="3200400"/>
          </a:xfrm>
          <a:prstGeom prst="rect">
            <a:avLst/>
          </a:prstGeom>
          <a:solidFill>
            <a:srgbClr val="F0F9FF"/>
          </a:solidFill>
          <a:ln/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960" y="1554480"/>
            <a:ext cx="457200" cy="457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1440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as a Service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1097280" y="26517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Virtualized computing resources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infrastructure control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EC2, Azure VMs, Google Compute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3749040" y="1371600"/>
            <a:ext cx="2560320" cy="3200400"/>
          </a:xfrm>
          <a:prstGeom prst="rect">
            <a:avLst/>
          </a:prstGeom>
          <a:solidFill>
            <a:srgbClr val="F0F9FF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1554480"/>
            <a:ext cx="457200" cy="45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74904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as a Service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3931920" y="26517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and deployment platform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development tools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Heroku, Firebase, App Engine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6492240" y="1371600"/>
            <a:ext cx="2560320" cy="3200400"/>
          </a:xfrm>
          <a:prstGeom prst="rect">
            <a:avLst/>
          </a:prstGeom>
          <a:solidFill>
            <a:srgbClr val="F0F9FF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1554480"/>
            <a:ext cx="457200" cy="4572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58368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as a Service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6766560" y="26517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Ready-to-use applications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via web browser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365, Salesforce, Dropbox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716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0"/>
            <a:ext cx="13716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STRATEGIES</a:t>
            </a:r>
            <a:endParaRPr lang="en-US" sz="4000" dirty="0"/>
          </a:p>
        </p:txBody>
      </p:sp>
      <p:sp>
        <p:nvSpPr>
          <p:cNvPr id="5" name="Shape 1"/>
          <p:cNvSpPr/>
          <p:nvPr/>
        </p:nvSpPr>
        <p:spPr>
          <a:xfrm>
            <a:off x="822960" y="1463040"/>
            <a:ext cx="3840480" cy="1463040"/>
          </a:xfrm>
          <a:prstGeom prst="rect">
            <a:avLst/>
          </a:prstGeom>
          <a:solidFill>
            <a:srgbClr val="F0F9FF"/>
          </a:solidFill>
          <a:ln/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1691640"/>
            <a:ext cx="411480" cy="41148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60020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Cloud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1097280" y="2194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infrastructure managed by third-party providers. Most cost-effective option for standard workloads.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5029200" y="1463040"/>
            <a:ext cx="3840480" cy="1463040"/>
          </a:xfrm>
          <a:prstGeom prst="rect">
            <a:avLst/>
          </a:prstGeom>
          <a:solidFill>
            <a:srgbClr val="F0F9FF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1691640"/>
            <a:ext cx="411480" cy="411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80644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Cloud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5303520" y="2194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infrastructure for single organization. Maximum control and security for sensitive data.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822960" y="3291840"/>
            <a:ext cx="3840480" cy="1463040"/>
          </a:xfrm>
          <a:prstGeom prst="rect">
            <a:avLst/>
          </a:prstGeom>
          <a:solidFill>
            <a:srgbClr val="F0F9FF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3520440"/>
            <a:ext cx="411480" cy="4114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600200" y="3474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Cloud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1097280" y="40233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public and private clouds. Balance between cost, security, and flexibility for diverse needs.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5029200" y="3291840"/>
            <a:ext cx="3840480" cy="1463040"/>
          </a:xfrm>
          <a:prstGeom prst="rect">
            <a:avLst/>
          </a:prstGeom>
          <a:solidFill>
            <a:srgbClr val="F0F9FF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3520440"/>
            <a:ext cx="411480" cy="4114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806440" y="3474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Multi-Cloud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5303520" y="40233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multiple cloud providers. Avoid vendor lock-in and optimize for best features from each platform.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716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0"/>
            <a:ext cx="13716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CONTAINERIZATION REVOLUTION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1371600" y="12801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 package applications with all dependencies into lightweight, portable units that run consistently across environments.</a:t>
            </a:r>
            <a:endParaRPr lang="en-US" sz="16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011680"/>
            <a:ext cx="457200" cy="457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20240" y="20116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&amp; Fast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Containers share the host OS kernel, making them faster to start and use less resources than traditional VMs.</a:t>
            </a:r>
            <a:endParaRPr lang="en-US" sz="17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2743200"/>
            <a:ext cx="457200" cy="4572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920240" y="27432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Environments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'Works on my machine' problem solved. Same container runs identically in development, testing, and production.</a:t>
            </a:r>
            <a:endParaRPr lang="en-US" sz="17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3474720"/>
            <a:ext cx="457200" cy="4572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920240" y="34747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Architecture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Break applications into smaller, independent services that can be developed, deployed, and scaled separately.</a:t>
            </a:r>
            <a:endParaRPr lang="en-US" sz="17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4206240"/>
            <a:ext cx="457200" cy="4572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920240" y="42062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Deployment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Deploy applications in seconds instead of minutes. Perfect for CI/CD pipelines and agile development workflows.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716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0"/>
            <a:ext cx="13716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57200"/>
            <a:ext cx="548640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463040" y="45720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DOCKER?</a:t>
            </a:r>
            <a:endParaRPr lang="en-US" sz="4000" dirty="0"/>
          </a:p>
        </p:txBody>
      </p:sp>
      <p:sp>
        <p:nvSpPr>
          <p:cNvPr id="6" name="Text 1"/>
          <p:cNvSpPr/>
          <p:nvPr/>
        </p:nvSpPr>
        <p:spPr>
          <a:xfrm>
            <a:off x="1097280" y="1280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is the leading containerization platform that enables developers to package, distribute, and run applications in isolated containers.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1097280" y="2103120"/>
            <a:ext cx="2286000" cy="2286000"/>
          </a:xfrm>
          <a:prstGeom prst="rect">
            <a:avLst/>
          </a:prstGeom>
          <a:solidFill>
            <a:srgbClr val="F0F9FF"/>
          </a:solidFill>
          <a:ln/>
        </p:spPr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1680" y="2286000"/>
            <a:ext cx="457200" cy="4572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9728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Image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1280160" y="32918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containing app code, libraries, and dependencies. Like a snapshot or blueprint for containers.</a:t>
            </a:r>
            <a:endParaRPr lang="en-US" sz="1300" dirty="0"/>
          </a:p>
        </p:txBody>
      </p:sp>
      <p:sp>
        <p:nvSpPr>
          <p:cNvPr id="11" name="Shape 5"/>
          <p:cNvSpPr/>
          <p:nvPr/>
        </p:nvSpPr>
        <p:spPr>
          <a:xfrm>
            <a:off x="3749040" y="2103120"/>
            <a:ext cx="2286000" cy="2286000"/>
          </a:xfrm>
          <a:prstGeom prst="rect">
            <a:avLst/>
          </a:prstGeom>
          <a:solidFill>
            <a:srgbClr val="F0F9FF"/>
          </a:solidFill>
          <a:ln/>
        </p:spPr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2286000"/>
            <a:ext cx="457200" cy="4572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74904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3931920" y="32918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instance of an image. Isolated process with its own filesystem, networking, and resources.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6400800" y="2103120"/>
            <a:ext cx="2286000" cy="2286000"/>
          </a:xfrm>
          <a:prstGeom prst="rect">
            <a:avLst/>
          </a:prstGeom>
          <a:solidFill>
            <a:srgbClr val="F0F9FF"/>
          </a:solidFill>
          <a:ln/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2286000"/>
            <a:ext cx="457200" cy="4572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40080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Engine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6583680" y="32918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that creates and manages containers. The core technology that makes containerization possible.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716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0"/>
            <a:ext cx="13716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ARCHITECTURE</a:t>
            </a:r>
            <a:endParaRPr lang="en-US" sz="38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005840"/>
            <a:ext cx="81381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716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0"/>
            <a:ext cx="13716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DOCKER?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1371600" y="1371600"/>
            <a:ext cx="6400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Portability Across Platforms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containers run on any system - Windows, Mac, Linux, cloud platforms. Build once, run anywhere.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Efficiency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 share the host OS kernel, using far less memory and CPU than virtual machines. Run 10x more containers than VMs on same hardware.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 for Infrastructure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images are versioned and stored in registries like Docker Hub. Roll back to previous versions easily.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CI/CD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seamlessly with Jenkins, GitLab CI, GitHub Actions. Automated testing and deployment in consistent environments.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716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0"/>
            <a:ext cx="13716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57200"/>
            <a:ext cx="548640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463040" y="45720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KUBERNETES?</a:t>
            </a:r>
            <a:endParaRPr lang="en-US" sz="4000" dirty="0"/>
          </a:p>
        </p:txBody>
      </p:sp>
      <p:sp>
        <p:nvSpPr>
          <p:cNvPr id="6" name="Text 1"/>
          <p:cNvSpPr/>
          <p:nvPr/>
        </p:nvSpPr>
        <p:spPr>
          <a:xfrm>
            <a:off x="1097280" y="12801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(K8s) is an open-source container orchestration platform that automates deployment, scaling, and management of containerized applications across clusters.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1097280" y="20116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Originally developed by Google, now maintained by the Cloud Native Computing Foundation (CNCF).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2560320"/>
            <a:ext cx="411480" cy="41148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920240" y="25603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Orchestration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Automatically manages container placement, load balancing, and health monitoring across multiple servers.</a:t>
            </a:r>
            <a:endParaRPr lang="en-US" sz="17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3200400"/>
            <a:ext cx="411480" cy="41148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920240" y="32004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Automatically restarts failed containers, replaces containers, and kills containers that don't respond to health checks.</a:t>
            </a:r>
            <a:endParaRPr lang="en-US" sz="17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3840480"/>
            <a:ext cx="411480" cy="41148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920240" y="38404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Scaling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Scale applications up or down with a simple command or automatically based on CPU usage and custom metrics.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716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0"/>
            <a:ext cx="13716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ARCHITECTURE</a:t>
            </a:r>
            <a:endParaRPr lang="en-US" sz="38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914400"/>
            <a:ext cx="81381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716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0"/>
            <a:ext cx="13716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KEY COMPONENTS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1097280" y="137160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deployable unit in K8s. One or more containers that share storage and network resources.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 applications running on pods. Provide stable IP addresses and DNS names for pod groups.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updates for pods. Define desired state and K8s manages the transition automatically.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ConfigMaps &amp; Secrets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configuration data and sensitive information separately from application code.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4937760" y="137160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clusters within a physical cluster. Organize and isolate resources for different teams or projects.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storage for containers. Data survives container restarts and can be shared between pods.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external access to services. Provides load balancing, SSL termination, and name-based virtual hosting.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StatefulSets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stateful applications. Provides stable network identities and persistent storage for databases.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716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0"/>
            <a:ext cx="13716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vs KUBERNETES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They're complementary, not competitors!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960120" y="1828800"/>
            <a:ext cx="3657600" cy="2926080"/>
          </a:xfrm>
          <a:prstGeom prst="rect">
            <a:avLst/>
          </a:prstGeom>
          <a:solidFill>
            <a:srgbClr val="F0F9FF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2103120"/>
            <a:ext cx="4572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440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1188720" y="31089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Containerization platform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 apps with dependencies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single host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for development &amp; testing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to learn and use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5257800" y="1828800"/>
            <a:ext cx="3657600" cy="2926080"/>
          </a:xfrm>
          <a:prstGeom prst="rect">
            <a:avLst/>
          </a:prstGeom>
          <a:solidFill>
            <a:srgbClr val="F0F9FF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2103120"/>
            <a:ext cx="457200" cy="457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640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5760720" y="31089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orchestration platform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containerized apps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across multiple hosts/clusters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Production-scale deployments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Steeper learning curve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716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0"/>
            <a:ext cx="13716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 CASES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1371600" y="1371600"/>
            <a:ext cx="6400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Architecture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like Netflix, Uber, and Airbnb use K8s to manage thousands of microservices. Each service runs in containers, scaled independently based on demand.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testing and deployment workflows. Docker builds images, K8s deploys them. Companies achieve multiple deployments per day.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Multi-Cloud Deployments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same application across AWS, Azure, and Google Cloud. K8s provides consistent management regardless of cloud provider.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Computing &amp; IoT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containerized applications to edge locations and IoT devices. Lightweight K8s distributions like K3s enable this use case.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716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0"/>
            <a:ext cx="13716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1097280" y="137160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Best Practices: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official base images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images small and focused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.dockerignore files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run as root user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images for vulnerabilities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multi-stage builds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images properly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4937760" y="137160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D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Best Practices: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namespaces for organization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resource limits and requests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health checks (liveness/readiness)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ConfigMaps for configuration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RBAC for security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and log everything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Helm for package management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947</Words>
  <Application>Microsoft Office PowerPoint</Application>
  <PresentationFormat>On-screen Show (16:9)</PresentationFormat>
  <Paragraphs>152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 with Docker &amp; Kubernetes</dc:title>
  <dc:subject>PptxGenJS Presentation</dc:subject>
  <dc:creator>Claude</dc:creator>
  <cp:lastModifiedBy>Microsoft account</cp:lastModifiedBy>
  <cp:revision>3</cp:revision>
  <dcterms:created xsi:type="dcterms:W3CDTF">2026-02-02T05:18:02Z</dcterms:created>
  <dcterms:modified xsi:type="dcterms:W3CDTF">2026-02-02T09:12:24Z</dcterms:modified>
</cp:coreProperties>
</file>