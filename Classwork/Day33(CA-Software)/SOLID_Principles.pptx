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Principles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Object-Oriented Design Principles </a:t>
            </a:r>
            <a:endParaRPr dirty="0"/>
          </a:p>
          <a:p>
            <a:r>
              <a:rPr dirty="0"/>
              <a:t>S – Single Responsibility Principle</a:t>
            </a:r>
          </a:p>
          <a:p>
            <a:r>
              <a:rPr dirty="0"/>
              <a:t>O – Open/Closed Principle</a:t>
            </a:r>
          </a:p>
          <a:p>
            <a:r>
              <a:rPr dirty="0"/>
              <a:t>L – </a:t>
            </a:r>
            <a:r>
              <a:rPr dirty="0" err="1"/>
              <a:t>Liskov</a:t>
            </a:r>
            <a:r>
              <a:rPr dirty="0"/>
              <a:t> Substitution Principle</a:t>
            </a:r>
          </a:p>
          <a:p>
            <a:r>
              <a:rPr dirty="0"/>
              <a:t>I – Interface Segregation Principle</a:t>
            </a:r>
          </a:p>
          <a:p>
            <a:r>
              <a:rPr dirty="0"/>
              <a:t>D – Dependency Inversion Principle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Responsibility Principle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A class should have only one responsibility</a:t>
            </a:r>
            <a:r>
              <a:rPr dirty="0" smtClean="0"/>
              <a:t>.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User class handling data + email</a:t>
            </a:r>
          </a:p>
          <a:p>
            <a:r>
              <a:rPr lang="en-US" dirty="0"/>
              <a:t>Separate User and </a:t>
            </a:r>
            <a:r>
              <a:rPr lang="en-US" dirty="0" err="1"/>
              <a:t>EmailService</a:t>
            </a:r>
            <a:endParaRPr lang="en-US" dirty="0"/>
          </a:p>
          <a:p>
            <a:endParaRPr dirty="0"/>
          </a:p>
          <a:p>
            <a:endParaRPr dirty="0"/>
          </a:p>
          <a:p>
            <a:pPr marL="0" indent="0">
              <a:buNone/>
            </a:pPr>
            <a:r>
              <a:rPr lang="en-US" dirty="0" smtClean="0"/>
              <a:t>Code Example</a:t>
            </a:r>
            <a:endParaRPr dirty="0"/>
          </a:p>
          <a:p>
            <a:pPr marL="0" indent="0">
              <a:buNone/>
            </a:pPr>
            <a:r>
              <a:rPr dirty="0"/>
              <a:t>class User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void </a:t>
            </a:r>
            <a:r>
              <a:rPr dirty="0" err="1"/>
              <a:t>saveUser</a:t>
            </a:r>
            <a:r>
              <a:rPr dirty="0"/>
              <a:t>();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EmailService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void </a:t>
            </a:r>
            <a:r>
              <a:rPr dirty="0" err="1"/>
              <a:t>sendEmail</a:t>
            </a:r>
            <a:r>
              <a:rPr dirty="0"/>
              <a:t>();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Open/Closed Principle (OCP)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Open for extension, closed for modification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Software entities should be open for extension, closed for modification.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 if/else for shapes</a:t>
            </a:r>
          </a:p>
          <a:p>
            <a:r>
              <a:rPr lang="en-US" dirty="0"/>
              <a:t>Add new Shape class without changing existing </a:t>
            </a:r>
            <a:r>
              <a:rPr lang="en-US" dirty="0" smtClean="0"/>
              <a:t>code</a:t>
            </a:r>
          </a:p>
          <a:p>
            <a:endParaRPr dirty="0"/>
          </a:p>
          <a:p>
            <a:pPr marL="0" indent="0">
              <a:buNone/>
            </a:pPr>
            <a:r>
              <a:rPr lang="en-US" dirty="0" smtClean="0"/>
              <a:t>Code Example</a:t>
            </a:r>
            <a:endParaRPr dirty="0"/>
          </a:p>
          <a:p>
            <a:pPr marL="0" indent="0">
              <a:buNone/>
            </a:pPr>
            <a:r>
              <a:rPr dirty="0"/>
              <a:t>class Shape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virtual void draw() = 0;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class Circle : public Shape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void draw() override;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Liskov Substitution Principle (LSP)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Derived classes must be substitutable for base classes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Subclasses should replace base classes without breaking behavior.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 Square inheriting Rectangle</a:t>
            </a:r>
          </a:p>
          <a:p>
            <a:r>
              <a:rPr lang="en-US" dirty="0"/>
              <a:t>Separate </a:t>
            </a:r>
            <a:r>
              <a:rPr lang="en-US" dirty="0" smtClean="0"/>
              <a:t>implementations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smtClean="0"/>
              <a:t>C</a:t>
            </a:r>
            <a:r>
              <a:rPr lang="en-US" dirty="0" smtClean="0"/>
              <a:t>ode</a:t>
            </a:r>
            <a:r>
              <a:rPr dirty="0" smtClean="0"/>
              <a:t> </a:t>
            </a: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Bird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virtual void fly();</a:t>
            </a:r>
          </a:p>
          <a:p>
            <a:pPr marL="0" indent="0">
              <a:buNone/>
            </a:pPr>
            <a:r>
              <a:rPr dirty="0"/>
              <a:t>};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class Sparrow : public Bird {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void fly() override;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Interface Segregation Principle (ISP)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Use small, specific interfaces</a:t>
            </a:r>
            <a:r>
              <a:rPr sz="1600" dirty="0" smtClean="0"/>
              <a:t>.</a:t>
            </a:r>
            <a:endParaRPr lang="en-US" sz="1600" dirty="0" smtClean="0"/>
          </a:p>
          <a:p>
            <a:r>
              <a:rPr lang="en-US" sz="1600" dirty="0"/>
              <a:t>Clients should not depend on unused methods.</a:t>
            </a:r>
          </a:p>
          <a:p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 smtClean="0"/>
              <a:t>C</a:t>
            </a:r>
            <a:r>
              <a:rPr lang="en-US" sz="1600" dirty="0" smtClean="0"/>
              <a:t>ode</a:t>
            </a:r>
            <a:r>
              <a:rPr sz="1600" dirty="0" smtClean="0"/>
              <a:t> </a:t>
            </a:r>
            <a:r>
              <a:rPr sz="1600" dirty="0"/>
              <a:t>Example:</a:t>
            </a:r>
          </a:p>
          <a:p>
            <a:pPr marL="0" indent="0">
              <a:buNone/>
            </a:pPr>
            <a:r>
              <a:rPr sz="1600" dirty="0"/>
              <a:t>class Printer {</a:t>
            </a:r>
          </a:p>
          <a:p>
            <a:pPr marL="0" indent="0">
              <a:buNone/>
            </a:pPr>
            <a:r>
              <a:rPr sz="1600" dirty="0"/>
              <a:t>public:</a:t>
            </a:r>
          </a:p>
          <a:p>
            <a:pPr marL="0" indent="0">
              <a:buNone/>
            </a:pPr>
            <a:r>
              <a:rPr sz="1600" dirty="0"/>
              <a:t>  virtual void print() = 0;</a:t>
            </a:r>
          </a:p>
          <a:p>
            <a:pPr marL="0" indent="0">
              <a:buNone/>
            </a:pPr>
            <a:r>
              <a:rPr sz="1600" dirty="0"/>
              <a:t>};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class Scanner {</a:t>
            </a:r>
          </a:p>
          <a:p>
            <a:pPr marL="0" indent="0">
              <a:buNone/>
            </a:pPr>
            <a:r>
              <a:rPr sz="1600" dirty="0"/>
              <a:t>public:</a:t>
            </a:r>
          </a:p>
          <a:p>
            <a:pPr marL="0" indent="0">
              <a:buNone/>
            </a:pPr>
            <a:r>
              <a:rPr sz="1600" dirty="0"/>
              <a:t>  virtual void scan() = 0;</a:t>
            </a:r>
          </a:p>
          <a:p>
            <a:pPr marL="0" indent="0">
              <a:buNone/>
            </a:pPr>
            <a:r>
              <a:rPr sz="1600" dirty="0"/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Dependency Inversion Principle (DIP)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r>
              <a:rPr sz="1600" dirty="0" smtClean="0"/>
              <a:t>Depend on abstractions, not concrete classes.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Example:</a:t>
            </a:r>
          </a:p>
          <a:p>
            <a:r>
              <a:rPr lang="en-US" sz="1600" dirty="0" smtClean="0"/>
              <a:t>Direct DB dependency</a:t>
            </a:r>
          </a:p>
          <a:p>
            <a:r>
              <a:rPr lang="en-US" sz="1600" dirty="0" smtClean="0"/>
              <a:t>Use interface for DB</a:t>
            </a:r>
          </a:p>
          <a:p>
            <a:endParaRPr sz="1600" dirty="0" smtClean="0"/>
          </a:p>
          <a:p>
            <a:pPr marL="0" indent="0">
              <a:buNone/>
            </a:pPr>
            <a:r>
              <a:rPr sz="1600" dirty="0" smtClean="0"/>
              <a:t>C</a:t>
            </a:r>
            <a:r>
              <a:rPr lang="en-US" sz="1600" dirty="0" smtClean="0"/>
              <a:t>ode</a:t>
            </a:r>
            <a:r>
              <a:rPr sz="1600" dirty="0" smtClean="0"/>
              <a:t> Example:</a:t>
            </a:r>
          </a:p>
          <a:p>
            <a:pPr marL="0" indent="0">
              <a:buNone/>
            </a:pPr>
            <a:r>
              <a:rPr sz="1600" dirty="0" smtClean="0"/>
              <a:t>class Database {</a:t>
            </a:r>
          </a:p>
          <a:p>
            <a:pPr marL="0" indent="0">
              <a:buNone/>
            </a:pPr>
            <a:r>
              <a:rPr sz="1600" dirty="0" smtClean="0"/>
              <a:t>public:</a:t>
            </a:r>
          </a:p>
          <a:p>
            <a:pPr marL="0" indent="0">
              <a:buNone/>
            </a:pPr>
            <a:r>
              <a:rPr sz="1600" dirty="0" smtClean="0"/>
              <a:t>  virtual void connect() = 0;</a:t>
            </a:r>
          </a:p>
          <a:p>
            <a:pPr marL="0" indent="0">
              <a:buNone/>
            </a:pPr>
            <a:r>
              <a:rPr sz="1600" dirty="0" smtClean="0"/>
              <a:t>};</a:t>
            </a:r>
          </a:p>
          <a:p>
            <a:pPr marL="0" indent="0">
              <a:buNone/>
            </a:pPr>
            <a:endParaRPr sz="1600" dirty="0" smtClean="0"/>
          </a:p>
          <a:p>
            <a:pPr marL="0" indent="0">
              <a:buNone/>
            </a:pPr>
            <a:r>
              <a:rPr sz="1600" dirty="0" smtClean="0"/>
              <a:t>class App {</a:t>
            </a:r>
          </a:p>
          <a:p>
            <a:pPr marL="0" indent="0">
              <a:buNone/>
            </a:pPr>
            <a:r>
              <a:rPr sz="1600" dirty="0" smtClean="0"/>
              <a:t>  Database* </a:t>
            </a:r>
            <a:r>
              <a:rPr sz="1600" dirty="0" err="1" smtClean="0"/>
              <a:t>db</a:t>
            </a:r>
            <a:r>
              <a:rPr sz="1600" dirty="0" smtClean="0"/>
              <a:t>;</a:t>
            </a:r>
          </a:p>
          <a:p>
            <a:pPr marL="0" indent="0">
              <a:buNone/>
            </a:pPr>
            <a:r>
              <a:rPr sz="1600" dirty="0" smtClean="0"/>
              <a:t>public:</a:t>
            </a:r>
          </a:p>
          <a:p>
            <a:pPr marL="0" indent="0">
              <a:buNone/>
            </a:pPr>
            <a:r>
              <a:rPr sz="1600" dirty="0" smtClean="0"/>
              <a:t>  App(Database* d) : </a:t>
            </a:r>
            <a:r>
              <a:rPr sz="1600" dirty="0" err="1" smtClean="0"/>
              <a:t>db</a:t>
            </a:r>
            <a:r>
              <a:rPr sz="1600" dirty="0" smtClean="0"/>
              <a:t>(d) {}</a:t>
            </a:r>
          </a:p>
          <a:p>
            <a:pPr marL="0" indent="0">
              <a:buNone/>
            </a:pPr>
            <a:r>
              <a:rPr sz="1600" dirty="0" smtClean="0"/>
              <a:t>};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Industry </a:t>
            </a:r>
            <a:r>
              <a:rPr dirty="0"/>
              <a:t>best </a:t>
            </a:r>
            <a:r>
              <a:rPr dirty="0" smtClean="0"/>
              <a:t>practices</a:t>
            </a:r>
            <a:endParaRPr lang="en-US" dirty="0" smtClean="0"/>
          </a:p>
          <a:p>
            <a:r>
              <a:rPr lang="en-US" dirty="0"/>
              <a:t>Maintainable code</a:t>
            </a:r>
          </a:p>
          <a:p>
            <a:r>
              <a:rPr lang="en-US" dirty="0"/>
              <a:t>Scalable design</a:t>
            </a:r>
          </a:p>
          <a:p>
            <a:r>
              <a:rPr lang="en-US" dirty="0"/>
              <a:t>Easy testing</a:t>
            </a:r>
          </a:p>
          <a:p>
            <a:r>
              <a:rPr lang="en-US" dirty="0"/>
              <a:t>Reduced coupling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337</Words>
  <Application>Microsoft Office PowerPoint</Application>
  <PresentationFormat>On-screen Show (4:3)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SOLID Principles (C++)</vt:lpstr>
      <vt:lpstr>Single Responsibility Principle (SRP)</vt:lpstr>
      <vt:lpstr>Open/Closed Principle (OCP)</vt:lpstr>
      <vt:lpstr>Liskov Substitution Principle (LSP)</vt:lpstr>
      <vt:lpstr>Interface Segregation Principle (ISP)</vt:lpstr>
      <vt:lpstr>Dependency Inversion Principle (DIP)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Principles (C++)</dc:title>
  <dc:subject/>
  <dc:creator>Sarabesh Kanishkar V</dc:creator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2026-02-02T09:16:54Z</dcterms:modified>
  <cp:category/>
</cp:coreProperties>
</file>