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SOLID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Five design principles for maintainable OOP code</a:t>
            </a:r>
          </a:p>
          <a:p>
            <a:r>
              <a:t>S – Single Responsibility</a:t>
            </a:r>
          </a:p>
          <a:p>
            <a:r>
              <a:t>O – Open/Closed</a:t>
            </a:r>
          </a:p>
          <a:p>
            <a:r>
              <a:t>L – Liskov Substitution</a:t>
            </a:r>
          </a:p>
          <a:p>
            <a:r>
              <a:t>I – Interface Segregation</a:t>
            </a:r>
          </a:p>
          <a:p>
            <a:r>
              <a:t>D – Dependency Inversion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Responsibility Principle (SRP)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class should have only one reason to change.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 smtClean="0"/>
              <a:t>User </a:t>
            </a:r>
            <a:r>
              <a:rPr dirty="0"/>
              <a:t>class handling data + email</a:t>
            </a:r>
          </a:p>
          <a:p>
            <a:r>
              <a:rPr dirty="0" smtClean="0"/>
              <a:t>Separate </a:t>
            </a:r>
            <a:r>
              <a:rPr dirty="0"/>
              <a:t>User and </a:t>
            </a:r>
            <a:r>
              <a:rPr dirty="0" err="1"/>
              <a:t>EmailService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Open/Closed Principle (OCP)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Software entities should be open for extension, closed for modification.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 smtClean="0"/>
              <a:t> </a:t>
            </a:r>
            <a:r>
              <a:rPr dirty="0"/>
              <a:t>if/else for shapes</a:t>
            </a:r>
          </a:p>
          <a:p>
            <a:r>
              <a:rPr dirty="0" smtClean="0"/>
              <a:t>Add </a:t>
            </a:r>
            <a:r>
              <a:rPr dirty="0"/>
              <a:t>new Shape class without changing existing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Liskov Substitution Principle (LSP)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Subclasses should replace base classes without breaking behavior.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 smtClean="0"/>
              <a:t> </a:t>
            </a:r>
            <a:r>
              <a:rPr dirty="0"/>
              <a:t>Square inheriting Rectangle</a:t>
            </a:r>
          </a:p>
          <a:p>
            <a:r>
              <a:rPr lang="en-US" dirty="0" smtClean="0"/>
              <a:t>S</a:t>
            </a:r>
            <a:r>
              <a:rPr dirty="0" smtClean="0"/>
              <a:t>eparate </a:t>
            </a:r>
            <a:r>
              <a:rPr dirty="0"/>
              <a:t>implementations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Interface Segregation Principle (ISP)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Clients should not depend on unused methods.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 smtClean="0"/>
              <a:t>One </a:t>
            </a:r>
            <a:r>
              <a:rPr dirty="0"/>
              <a:t>large interface</a:t>
            </a:r>
          </a:p>
          <a:p>
            <a:r>
              <a:rPr dirty="0" smtClean="0"/>
              <a:t>Small </a:t>
            </a:r>
            <a:r>
              <a:rPr dirty="0"/>
              <a:t>focused interfaces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Dependency Inversion Principle (DIP)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Depend on abstractions, not concrete classes.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 smtClean="0"/>
              <a:t>Direct </a:t>
            </a:r>
            <a:r>
              <a:rPr dirty="0"/>
              <a:t>DB dependency</a:t>
            </a:r>
          </a:p>
          <a:p>
            <a:r>
              <a:rPr dirty="0" smtClean="0"/>
              <a:t>Use </a:t>
            </a:r>
            <a:r>
              <a:rPr dirty="0"/>
              <a:t>interface for 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SOLID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Maintainable code</a:t>
            </a:r>
          </a:p>
          <a:p>
            <a:r>
              <a:t>✔ Scalable design</a:t>
            </a:r>
          </a:p>
          <a:p>
            <a:r>
              <a:t>✔ Easy testing</a:t>
            </a:r>
          </a:p>
          <a:p>
            <a:r>
              <a:t>✔ Reduced coupling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SOLID Principles</vt:lpstr>
      <vt:lpstr>Single Responsibility Principle (SRP)</vt:lpstr>
      <vt:lpstr>Open/Closed Principle (OCP)</vt:lpstr>
      <vt:lpstr>Liskov Substitution Principle (LSP)</vt:lpstr>
      <vt:lpstr>Interface Segregation Principle (ISP)</vt:lpstr>
      <vt:lpstr>Dependency Inversion Principle (DIP)</vt:lpstr>
      <vt:lpstr>Benefits of SOLID Principles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 Principles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2026-02-02T02:49:54Z</dcterms:modified>
  <cp:category/>
</cp:coreProperties>
</file>